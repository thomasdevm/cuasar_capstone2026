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Canvas del negocio de Deva construido con la reunión 1. Los costos de tecnología aún están por definir con la clienta.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cada bloque del canvas con las historias del backlog en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MODELO CANVAS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 Aesthetic House · modelo de negocio del centro, base del Sistema de Gestión Integral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291486" cy="4114800"/>
          </a:xfrm>
          <a:prstGeom prst="rect">
            <a:avLst/>
          </a:prstGeom>
          <a:solidFill>
            <a:srgbClr val="F1E6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70432"/>
            <a:ext cx="2108606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 del sistema (Capstone)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del sistema de boletas y pagos actual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(WhatsApp Business) y servicio de correo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de hosting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externo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de productos e insumos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57246" y="1097280"/>
            <a:ext cx="2291486" cy="2011680"/>
          </a:xfrm>
          <a:prstGeom prst="rect">
            <a:avLst/>
          </a:prstGeom>
          <a:solidFill>
            <a:srgbClr val="F1E6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8686" y="1170432"/>
            <a:ext cx="210860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tratamientos de kinesiología y estética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y controlar sesiones por plan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ficha y consentimiento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Cobro, ventas y comisiones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y campañas de mantención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57246" y="3200400"/>
            <a:ext cx="2291486" cy="2011680"/>
          </a:xfrm>
          <a:prstGeom prst="rect">
            <a:avLst/>
          </a:prstGeom>
          <a:solidFill>
            <a:srgbClr val="F1E6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8686" y="3273552"/>
            <a:ext cx="210860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profesionales (2 con turnos)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boxes y equipos clínicos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pacientes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Deva y sitio web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(nuevo)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48733" y="1097280"/>
            <a:ext cx="2291486" cy="4114800"/>
          </a:xfrm>
          <a:prstGeom prst="rect">
            <a:avLst/>
          </a:prstGeom>
          <a:solidFill>
            <a:srgbClr val="E4C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40173" y="1170432"/>
            <a:ext cx="2108606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profesional, personalizada y cercana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desde la evaluación hasta el seguimiento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Tratamientos por plan de sesiones, con control de avance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sistema: sin papel, recordatorios automáticos, comisiones transparentes y visión integrada del negocio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40219" y="1097280"/>
            <a:ext cx="2291486" cy="2011680"/>
          </a:xfrm>
          <a:prstGeom prst="rect">
            <a:avLst/>
          </a:prstGeom>
          <a:solidFill>
            <a:srgbClr val="F1E6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1659" y="1170432"/>
            <a:ext cx="210860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personalizado y cercano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y confirmación por WhatsApp o correo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mantención y promociones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satisfacción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40219" y="3200400"/>
            <a:ext cx="2291486" cy="2011680"/>
          </a:xfrm>
          <a:prstGeom prst="rect">
            <a:avLst/>
          </a:prstGeom>
          <a:solidFill>
            <a:srgbClr val="F1E6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31659" y="3273552"/>
            <a:ext cx="210860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presencial en Linderos, Buin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y correo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informativo (deriva al WhatsApp)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31706" y="1097280"/>
            <a:ext cx="2291486" cy="4114800"/>
          </a:xfrm>
          <a:prstGeom prst="rect">
            <a:avLst/>
          </a:prstGeom>
          <a:solidFill>
            <a:srgbClr val="F1E6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23146" y="1170432"/>
            <a:ext cx="2108606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de kinesiología dermatofuncional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de medicina estética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por derivación médica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de productos del centro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5349240"/>
            <a:ext cx="5682996" cy="1188720"/>
          </a:xfrm>
          <a:prstGeom prst="rect">
            <a:avLst/>
          </a:prstGeom>
          <a:solidFill>
            <a:srgbClr val="E4C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5422392"/>
            <a:ext cx="55001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Profesionales, incluidas comisiones variables por porcentaje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del centro: boxes, equipos e insumos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 hosting, correo y WhatsApp Business 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40196" y="5349240"/>
            <a:ext cx="5682996" cy="1188720"/>
          </a:xfrm>
          <a:prstGeom prst="rect">
            <a:avLst/>
          </a:prstGeom>
          <a:solidFill>
            <a:srgbClr val="E4C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1636" y="5422392"/>
            <a:ext cx="55001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y planes de tratamiento (pago por cualquier medio)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y mantenciones</a:t>
            </a:r>
            <a:endParaRPr lang="en-US" sz="12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de productos en el local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el sistema apoya el modelo de negocio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657600"/>
                <a:gridCol w="2103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del canvas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actual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del sistema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Historias Jira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6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 de valor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manual y fichas en papel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 electrónica, plan de sesiones e historial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HU-01 a 04, HU-09, HU-19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con clientes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Recordatorios y mantenciones a mano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Recordatorios automáticos y alertas de retorno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HU-07, HU-10, HU-22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 clave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desconectada de la ficha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por profesional y box, con estados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HU-05, 06, 08,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Fuentes de ingresos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en Excel sin cruce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ventas y pagos por sesión o producto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HU-11, HU-13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de costos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Comisiones calculadas a mano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automático por profesional y por 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HU-12, HU-21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Socios clave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 recibe Excel mensual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Exportación a Excel y panel de gestión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HU-14, HU-16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clave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sin control a la información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Roles, auditoría y respaldos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HU-17, HU-18, HU-23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1.5 Modelo Canvas — Deva Aesthetic House</dc:title>
  <dc:subject>PptxGenJS Presentation</dc:subject>
  <dc:creator>PptxGenJS</dc:creator>
  <cp:lastModifiedBy>PptxGenJS</cp:lastModifiedBy>
  <cp:revision>1</cp:revision>
  <dcterms:created xsi:type="dcterms:W3CDTF">2026-10-08T01:36:35Z</dcterms:created>
  <dcterms:modified xsi:type="dcterms:W3CDTF">2026-10-08T01:36:35Z</dcterms:modified>
</cp:coreProperties>
</file>